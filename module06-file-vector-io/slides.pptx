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stimulus often lives outside the testbench source — hex files of input vectors and expected outputs that you load once and replay in a loop. SystemVerilog gives you dollar-readmemh and dollar-readmemb to fill memory arrays from disk at simulation start. The testbench then applies each stimulus word, samples the DUT, and compares against the expected array. This module is literacy for that file-driven pattern, not a full regression farm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usual shape is three arrays: stimulus, expected, and optionally actual results. Dollar-readmemh loads hexadecimal words line by line; at-address prefixes skip to a specific index. A for loop walks from zero to N minus one: drive inputs from stimulus of i, advance time, compare DUT output to expected of i, and flag mismatches. Separating vectors from procedural code lets you swap test sets without recompiling the testbench — the same loop handles four vectors or four thousand.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file-and-vector I/O lab from the tools page. Load the starter and-two example with four stimulus and expect pairs. Step through the apply loop and watch pass or fail per vector. Try the at-address preset to see how line skipping works. Switch to a different gate model and confirm the same loop structure still applies. Work the challenges on hex packing and expected values,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SystemVerilog track, open this module's examples prompts. Restate the apply-loop idea in one sentence — load hex files, drive, compare. Sketch the pattern below on paper and label what each array holds. Optional stretch: write two hex lines for an and-two with inputs one-one and expected output one.</a:t>
            </a:r>
          </a:p>
          <a:p/>
          <a:p>
            <a:r>
              <a:t>```systemverilog</a:t>
            </a:r>
          </a:p>
          <a:p>
            <a:r>
              <a:t>// Load vectors from hex files at time zero</a:t>
            </a:r>
          </a:p>
          <a:p>
            <a:r>
              <a:t>reg [7:0] stim [0:DEPTH-1];</a:t>
            </a:r>
          </a:p>
          <a:p>
            <a:r>
              <a:t>reg [7:0] exp  [0:DEPTH-1];</a:t>
            </a:r>
          </a:p>
          <a:p>
            <a:r>
              <a:t>initial begin</a:t>
            </a:r>
          </a:p>
          <a:p>
            <a:r>
              <a:t>  $readmemh("stim.hex", stim);</a:t>
            </a:r>
          </a:p>
          <a:p>
            <a:r>
              <a:t>  $readmemh("exp.hex",  exp);</a:t>
            </a:r>
          </a:p>
          <a:p>
            <a:r>
              <a:t>  for (int i = 0; i &lt; N; i++) begin</a:t>
            </a:r>
          </a:p>
          <a:p>
            <a:r>
              <a:t>    apply(stim[i]);        // drive DUT inputs from word i</a:t>
            </a:r>
          </a:p>
          <a:p>
            <a:r>
              <a:t>    #1;</a:t>
            </a:r>
          </a:p>
          <a:p>
            <a:r>
              <a:t>    if (dut_out !== exp[i]) $error("FAIL @%0d", i);</a:t>
            </a:r>
          </a:p>
          <a:p>
            <a:r>
              <a:t>  end</a:t>
            </a:r>
          </a:p>
          <a:p>
            <a:r>
              <a:t>end</a:t>
            </a:r>
          </a:p>
          <a:p>
            <a:r>
              <a:t>// stim.hex bit0=a bit1=b; exp.hex holds expected 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up dollar-readmemh and dollar-readmemb — one expects hex digits, the other binary. Do not forget at-address when your files have gaps or comments — the parser skips lines but address directives matter. Do not compare before inputs have settled — insert a delay or clock edge between apply and check. And remember: the browser lab uses a simplified parser; real simulators still need correct file paths relative to the simulation working directory.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 — preferably both. In the browser, load the starter and-two set, run Apply all, and explain one failing vector if you inject a wrong expect. On paper, write two hex lines for stim and two for exp that test an or-two. When you are ready, take the short quiz, then continue to virtual interface wiring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File / vector I/O</a:t>
            </a:r>
          </a:p>
          <a:p>
            <a:pPr algn="ctr">
              <a:lnSpc>
                <a:spcPts val="2200"/>
              </a:lnSpc>
              <a:spcBef>
                <a:spcPts val="1400"/>
              </a:spcBef>
            </a:pPr>
            <a:r>
              <a:rPr sz="2600" b="0">
                <a:solidFill>
                  <a:srgbClr val="333333"/>
                </a:solidFill>
                <a:latin typeface="Calibri"/>
              </a:rPr>
              <a:t>Regression stimulus often lives outside the testbench source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file vector 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Stimulus, expect, and apply loop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usual shape is three arrays: stimulus, expected, and optionally actual results</a:t>
            </a:r>
          </a:p>
          <a:p>
            <a:pPr lvl="0" marL="457200" indent="-228600">
              <a:buFont typeface="Calibri"/>
              <a:spcAft>
                <a:spcPts val="1000"/>
              </a:spcAft>
              <a:buSzPct val="100000"/>
              <a:buChar char="•"/>
              <a:lnSpc>
                <a:spcPts val="2200"/>
              </a:lnSpc>
            </a:pPr>
            <a:r>
              <a:rPr sz="2000" b="0">
                <a:solidFill>
                  <a:srgbClr val="333333"/>
                </a:solidFill>
                <a:latin typeface="Calibri"/>
              </a:rPr>
              <a:t>Dollar-readmemh loads hexadecimal words line by line</a:t>
            </a:r>
          </a:p>
          <a:p>
            <a:pPr lvl="0" marL="457200" indent="-228600">
              <a:buFont typeface="Calibri"/>
              <a:spcAft>
                <a:spcPts val="1000"/>
              </a:spcAft>
              <a:buSzPct val="100000"/>
              <a:buChar char="•"/>
              <a:lnSpc>
                <a:spcPts val="2200"/>
              </a:lnSpc>
            </a:pPr>
            <a:r>
              <a:rPr sz="2000" b="0">
                <a:solidFill>
                  <a:srgbClr val="333333"/>
                </a:solidFill>
                <a:latin typeface="Calibri"/>
              </a:rPr>
              <a:t>A for loop walks from zero to N minus one</a:t>
            </a:r>
          </a:p>
          <a:p>
            <a:pPr lvl="0" marL="457200" indent="-228600">
              <a:buFont typeface="Calibri"/>
              <a:spcAft>
                <a:spcPts val="1000"/>
              </a:spcAft>
              <a:buSzPct val="100000"/>
              <a:buChar char="•"/>
              <a:lnSpc>
                <a:spcPts val="2200"/>
              </a:lnSpc>
            </a:pPr>
            <a:r>
              <a:rPr sz="2000" b="0">
                <a:solidFill>
                  <a:srgbClr val="333333"/>
                </a:solidFill>
                <a:latin typeface="Calibri"/>
              </a:rPr>
              <a:t>The same loop handles four vectors or four thousand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file vector 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file vector 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SystemVerilog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SystemVerilog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the apply-loop idea in one sentence , load hex files, drive, compare</a:t>
            </a:r>
          </a:p>
          <a:p>
            <a:pPr lvl="0" marL="457200" indent="-228600">
              <a:buFont typeface="Calibri"/>
              <a:spcAft>
                <a:spcPts val="1000"/>
              </a:spcAft>
              <a:buSzPct val="100000"/>
              <a:buChar char="•"/>
              <a:lnSpc>
                <a:spcPts val="2200"/>
              </a:lnSpc>
            </a:pPr>
            <a:r>
              <a:rPr sz="2000" b="0">
                <a:solidFill>
                  <a:srgbClr val="333333"/>
                </a:solidFill>
                <a:latin typeface="Calibri"/>
              </a:rPr>
              <a:t>Sketch the pattern below on paper and label what each array holds</a:t>
            </a:r>
          </a:p>
          <a:p>
            <a:pPr lvl="0" marL="457200" indent="-228600">
              <a:buFont typeface="Calibri"/>
              <a:spcAft>
                <a:spcPts val="1000"/>
              </a:spcAft>
              <a:buSzPct val="100000"/>
              <a:buChar char="•"/>
              <a:lnSpc>
                <a:spcPts val="2200"/>
              </a:lnSpc>
            </a:pPr>
            <a:r>
              <a:rPr sz="2000" b="0">
                <a:solidFill>
                  <a:srgbClr val="333333"/>
                </a:solidFill>
                <a:latin typeface="Calibri"/>
              </a:rPr>
              <a:t>Optional stretch</a:t>
            </a:r>
          </a:p>
          <a:p>
            <a:pPr lvl="0" marL="457200" indent="-228600">
              <a:buFont typeface="Calibri"/>
              <a:spcAft>
                <a:spcPts val="1000"/>
              </a:spcAft>
              <a:buSzPct val="100000"/>
              <a:buChar char="•"/>
              <a:lnSpc>
                <a:spcPts val="2200"/>
              </a:lnSpc>
            </a:pPr>
            <a:r>
              <a:rPr sz="2000" b="0">
                <a:solidFill>
                  <a:srgbClr val="333333"/>
                </a:solidFill>
                <a:latin typeface="Calibri"/>
              </a:rPr>
              <a:t>```systemverilog // Load vectors from hex files at time zero reg [7:0] stim [0:DEPTH-1]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file vector 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mix up dollar-readmemh and dollar-readmemb</a:t>
            </a:r>
          </a:p>
          <a:p>
            <a:pPr lvl="0" marL="457200" indent="-228600">
              <a:buFont typeface="Calibri"/>
              <a:spcAft>
                <a:spcPts val="1000"/>
              </a:spcAft>
              <a:buSzPct val="100000"/>
              <a:buChar char="•"/>
              <a:lnSpc>
                <a:spcPts val="2200"/>
              </a:lnSpc>
            </a:pPr>
            <a:r>
              <a:rPr sz="2000" b="0">
                <a:solidFill>
                  <a:srgbClr val="333333"/>
                </a:solidFill>
                <a:latin typeface="Calibri"/>
              </a:rPr>
              <a:t>Do not forget at-address when your files have gaps or comments</a:t>
            </a:r>
          </a:p>
          <a:p>
            <a:pPr lvl="0" marL="457200" indent="-228600">
              <a:buFont typeface="Calibri"/>
              <a:spcAft>
                <a:spcPts val="1000"/>
              </a:spcAft>
              <a:buSzPct val="100000"/>
              <a:buChar char="•"/>
              <a:lnSpc>
                <a:spcPts val="2200"/>
              </a:lnSpc>
            </a:pPr>
            <a:r>
              <a:rPr sz="2000" b="0">
                <a:solidFill>
                  <a:srgbClr val="333333"/>
                </a:solidFill>
                <a:latin typeface="Calibri"/>
              </a:rPr>
              <a:t>Do not compare before inputs have settled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file vector 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and-two set, run Apply all</a:t>
            </a:r>
          </a:p>
          <a:p>
            <a:pPr lvl="0" marL="457200" indent="-228600">
              <a:buFont typeface="Calibri"/>
              <a:spcAft>
                <a:spcPts val="1000"/>
              </a:spcAft>
              <a:buSzPct val="100000"/>
              <a:buChar char="•"/>
              <a:lnSpc>
                <a:spcPts val="2200"/>
              </a:lnSpc>
            </a:pPr>
            <a:r>
              <a:rPr sz="2000" b="0">
                <a:solidFill>
                  <a:srgbClr val="333333"/>
                </a:solidFill>
                <a:latin typeface="Calibri"/>
              </a:rPr>
              <a:t>On paper, write two hex lines for stim and two for exp that test an or-two</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file vector 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