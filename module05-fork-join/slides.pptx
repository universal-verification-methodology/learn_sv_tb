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testbench needs parallel activity — two stimulus threads, a monitor and a driver, or a timeout watchdog — you fork separate threads and then choose how the parent waits. Join waits until every child finishes. Join_any waits until the first child finishes; the others may keep running. Join_none does not wait at all — the parent continues immediately while children run in the background. This module is literacy for that timeline, not a full multi-agent UVM test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two forked threads: A takes thirty time units, B takes ten. Under join, the parent resumes at thirty — the maximum. Under join_any, the parent resumes at ten — the minimum — and you must decide what to do with the slower thread still running. Under join_none, the parent resumes at zero while both children continue. That difference drives real testbench structure: join for clean shutdown, join_any for racing alternatives, join_none for fire-and-forget background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fork-and-join sketch from the tools page. Load the starter example with A at thirty and B at ten. Step simulation time and watch the parent state under join — it should stay waiting until both threads finish. Switch to join_any and see the parent resume when B completes first. Try join_none and confirm the parent moves on immediately. Use the challenge panel to predict resume times, then Check your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SystemVerilog track, open this module's examples prompts. Restate when you would pick each join flavor — all done, first done, or no wait. Sketch the fork block below on paper and write the resume time for each keyword with A equals thirty and B equals ten. Optional stretch: note what happens to the slower thread after join_any if you disable fork.</a:t>
            </a:r>
          </a:p>
          <a:p/>
          <a:p>
            <a:r>
              <a:t>```systemverilog</a:t>
            </a:r>
          </a:p>
          <a:p>
            <a:r>
              <a:t>// fork-join — parent waits for ALL children (max time)</a:t>
            </a:r>
          </a:p>
          <a:p>
            <a:r>
              <a:t>fork</a:t>
            </a:r>
          </a:p>
          <a:p>
            <a:r>
              <a:t>  begin #30; $display("A done"); end</a:t>
            </a:r>
          </a:p>
          <a:p>
            <a:r>
              <a:t>  begin #10; $display("B done"); end</a:t>
            </a:r>
          </a:p>
          <a:p>
            <a:r>
              <a:t>join</a:t>
            </a:r>
          </a:p>
          <a:p>
            <a:r>
              <a:t>$display("parent resumes");  // at t=30 under join</a:t>
            </a:r>
          </a:p>
          <a:p/>
          <a:p>
            <a:r>
              <a:t>// join_any — parent resumes at FIRST finish (min time)</a:t>
            </a:r>
          </a:p>
          <a:p>
            <a:r>
              <a:t>// join_none — parent resumes immediately (t=0)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assume join_any stops the other threads — they may still run unless you explicitly disable them. Do not use join_none when the parent must observe child results before continuing — you need join or a handshake. Do not forget that resume time depends on the slowest or fastest child, not an average. And remember: the browser timeline is a sketch; real simulators still need proper variable scope and race-free communication between 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 — preferably both. In the browser, load starter, step through join and join_any, and state the parent resume time for each. On paper, write a fork block with two delays and label where the parent prints under all three join keywords. When you are ready, take the short quiz, then continue to file and vector I/O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Fork / join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a testbench needs parallel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learn_sv_tb — fork join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When the parent resumes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Picture two forked threads: A takes thirty time units, B takes ten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Under join, the parent resumes at thirty , the maximum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Under join_any, the parent resumes at ten , the minimum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Under join_none, the parent resumes at zero while both children continue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difference drives real testbench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learn_sv_tb — fork join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learn_sv_tb — fork join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SystemVerilog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real SystemVerilog track, open this module's examples prompts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Restate when you would pick each join flavor , all done, first done, or no wait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the fork block below on paper and write the resume time for each keyword with 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 stretch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```systemverilog // fork-join , parent waits for ALL children (max time) fork begin #30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learn_sv_tb — fork join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join_any stops the other threads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use join_none when the parent must observe child results before continuing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forget that resume time depends on the slowest or fastest child, not an average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learn_sv_tb — fork join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 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starter, step through join and join_any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write a fork block with two delays and label where the parent prints under all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learn_sv_tb — fork join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